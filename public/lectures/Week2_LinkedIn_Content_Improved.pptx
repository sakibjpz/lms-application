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Saturday – Interactive Cares Career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In today’s competitive job market, a degree alone isn't enough. To truly stand out, you need real-world skills, hands-on experience, and industry connections.</a:t>
            </a:r>
            <a:br/>
            <a:r>
              <a:t>That's where Interactive Cares comes in.</a:t>
            </a:r>
            <a:br/>
            <a:r>
              <a:t>Whether you're just starting out or looking to upskill, Interactive Cares offers:</a:t>
            </a:r>
            <a:br/>
            <a:r>
              <a:t>- Live &amp; Recorded Courses</a:t>
            </a:r>
            <a:br/>
            <a:r>
              <a:t>- Career Path Programs</a:t>
            </a:r>
            <a:br/>
            <a:r>
              <a:t>- Hands-On Projects</a:t>
            </a:r>
            <a:br/>
            <a:r>
              <a:t>- Placement Support</a:t>
            </a:r>
            <a:br/>
            <a:r>
              <a:t>- Mobile Learning</a:t>
            </a:r>
            <a:br/>
            <a:r>
              <a:t>Thousands of students have transformed their careers through our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👉 Explore courses and career paths at interactivecares.com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🎓💼🛠️🤝📱🌟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#CareerGrowth #Upskilling #JobReady #InteractiveCares #Bangladesh #SkillsDevelopment #CareerSupport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Sunday – CV Improvement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Challenge followers to open their CV, check for impact, tailor it, and make 1 improvement today. Explain why CVs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💬 Comment: 1️⃣ ✅ One improvement you made 2️⃣ 📝 Or one CV struggle you want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💥📄✏️🚪🎯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#CVTips #CareerBoost #JobReady #ResumeChallenge #InteractiveCares #CareerDevelopment #ProfessionalGrowth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Monday – Career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Discuss power of micro-actions, momentum, and small daily steps in career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👉 Tell me: What’s one micro-action you’ll take today to move 1% closer to your career goals?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🚀💡✅🌟📈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#CareerTips #DailyWins #MicroActions #CareerGrowth #MotivationMonday #ProfessionalDevelopment #InteractiveCares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Tuesday – Job Market + Poll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Share 2025 job market trends (AI, soft skills, demand across industries). Include poll: AI &amp; Data Skills, Communication &amp; Leadership, Cybersecurity,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🗳️ Vote in poll &amp; comment why you chose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📊🤔💻🧠🔍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#JobMarket #SkillsInDemand #AIJobs #CareerPoll #InteractiveCares #ProfessionalGrowth #Upskilling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Wednesday – Job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Explain that job search is about precision, not quantity. One tailored CV, thoughtful message, or meaningful connection &gt; mass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💬 Do you focus more on quantity or quality when applying?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🔎📬📈🤝💼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#JobSearchTips #CareerGrowth #Networking #PrecisionOverQuantity #InteractiveCares #JobHunting #ProfessionalTips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Thursday – LinkedIn Profile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3-step LinkedIn improvement challenge: headline, about section, add skill/project/post. Explain importance of first impression.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💬 Share one update you made or a LinkedIn challenge you 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🌐📝💼🚀✨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#LinkedInTips #ProfileChallenge #CareerGrowth #ProfessionalBrand #InteractiveCares #NetworkingTips #Upskilling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57B9"/>
                </a:solidFill>
              </a:defRPr>
            </a:pPr>
            <a:r>
              <a:t>Friday – Success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Share a relatable career story: rejections, “ghosts,” and finally a job offer. Emphasize mindset shift and learning from rejections.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400"/>
                </a:solidFill>
              </a:defRPr>
            </a:pPr>
            <a:r>
              <a:t>CTA: 💬 What’s the most important lesson you learned from rejection?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4500"/>
                </a:solidFill>
              </a:defRPr>
            </a:pPr>
            <a:r>
              <a:t>Emojis: 🎉✅😶💡🚦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Hashtags: #SuccessStory #CareerJourney #MindsetShift #JobSearchSuccess #InteractiveCares #MotivationFriday #ProfessionalGrowth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